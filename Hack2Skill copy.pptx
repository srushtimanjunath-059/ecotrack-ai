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4A998-1038-C243-5058-EBBE338730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9500" b="1" i="1" dirty="0"/>
              <a:t>EcoTrack AI</a:t>
            </a:r>
            <a:endParaRPr lang="en-US" sz="95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16B3A-8BFB-E5E0-6077-851F5CA30E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5800" i="1" dirty="0"/>
              <a:t>By: Srushti Manjunath </a:t>
            </a:r>
            <a:endParaRPr lang="en-US" sz="5800" i="1" dirty="0"/>
          </a:p>
        </p:txBody>
      </p:sp>
    </p:spTree>
    <p:extLst>
      <p:ext uri="{BB962C8B-B14F-4D97-AF65-F5344CB8AC3E}">
        <p14:creationId xmlns:p14="http://schemas.microsoft.com/office/powerpoint/2010/main" val="189333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46EA0-AC75-B866-15EB-C6E0D2199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570668"/>
            <a:ext cx="9601196" cy="1303867"/>
          </a:xfrm>
        </p:spPr>
        <p:txBody>
          <a:bodyPr>
            <a:noAutofit/>
          </a:bodyPr>
          <a:lstStyle/>
          <a:p>
            <a:r>
              <a:rPr lang="en-IN" sz="5400" b="1" i="1" dirty="0"/>
              <a:t>Smart Carbon Footprint Tracker</a:t>
            </a:r>
            <a:br>
              <a:rPr lang="en-IN" sz="5400" b="1" i="1" dirty="0"/>
            </a:br>
            <a:endParaRPr lang="en-US" sz="54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E623A-722A-76F0-5897-1B5F0801D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5100" i="1" dirty="0"/>
              <a:t>A simple AI-powered solution to help individuals understand, track, and reduce their carbon emissions through daily actions and </a:t>
            </a:r>
            <a:r>
              <a:rPr lang="en-IN" sz="5100" i="1" dirty="0" err="1"/>
              <a:t>personalized</a:t>
            </a:r>
            <a:r>
              <a:rPr lang="en-IN" sz="5100" i="1" dirty="0"/>
              <a:t> insights.</a:t>
            </a:r>
          </a:p>
          <a:p>
            <a:pPr marL="0" indent="0">
              <a:buNone/>
            </a:pPr>
            <a:endParaRPr lang="en-US" sz="5100" i="1" dirty="0"/>
          </a:p>
        </p:txBody>
      </p:sp>
    </p:spTree>
    <p:extLst>
      <p:ext uri="{BB962C8B-B14F-4D97-AF65-F5344CB8AC3E}">
        <p14:creationId xmlns:p14="http://schemas.microsoft.com/office/powerpoint/2010/main" val="2854537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F718-6045-46CD-63C3-9F9D6D18A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904998"/>
            <a:ext cx="9601196" cy="1303867"/>
          </a:xfrm>
        </p:spPr>
        <p:txBody>
          <a:bodyPr>
            <a:noAutofit/>
          </a:bodyPr>
          <a:lstStyle/>
          <a:p>
            <a:r>
              <a:rPr lang="en-IN" sz="9000" b="1" i="1" dirty="0"/>
              <a:t>Problem Statement</a:t>
            </a:r>
            <a:br>
              <a:rPr lang="en-IN" sz="9000" b="1" i="1" dirty="0"/>
            </a:br>
            <a:endParaRPr lang="en-US" sz="9000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19205-7B35-CB6D-98B2-90368C4A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3600" i="1" dirty="0"/>
              <a:t>Individuals are unaware of their daily carbon emissions</a:t>
            </a:r>
          </a:p>
          <a:p>
            <a:r>
              <a:rPr lang="en-IN" sz="3600" i="1" dirty="0"/>
              <a:t>No simple tool to track personal environmental impact</a:t>
            </a:r>
          </a:p>
          <a:p>
            <a:r>
              <a:rPr lang="en-IN" sz="3600" i="1" dirty="0"/>
              <a:t>Lack of personalised guidance to reduce footprint</a:t>
            </a:r>
          </a:p>
          <a:p>
            <a:r>
              <a:rPr lang="en-IN" sz="3600" i="1" dirty="0"/>
              <a:t>Sustainability feels complex and disconnected from daily life</a:t>
            </a:r>
          </a:p>
          <a:p>
            <a:pPr marL="0" indent="0">
              <a:buNone/>
            </a:pP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182619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2ED1-1A16-AA1F-F1CE-237E7DCE8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9600" b="1" i="1"/>
              <a:t>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A680A-D148-86F5-50D3-56E2DE418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3600" i="1"/>
              <a:t>Climate change is accelerating globally</a:t>
            </a:r>
          </a:p>
          <a:p>
            <a:r>
              <a:rPr lang="en-IN" sz="3600" i="1"/>
              <a:t>Everyday activities contribute significantly to CO₂ emissions</a:t>
            </a:r>
          </a:p>
          <a:p>
            <a:r>
              <a:rPr lang="en-IN" sz="3600" i="1"/>
              <a:t>Small lifestyle changes can create large environmental impact</a:t>
            </a:r>
          </a:p>
          <a:p>
            <a:r>
              <a:rPr lang="en-IN" sz="3600" i="1"/>
              <a:t>Awareness alone is not enough → action is needed</a:t>
            </a:r>
          </a:p>
        </p:txBody>
      </p:sp>
    </p:spTree>
    <p:extLst>
      <p:ext uri="{BB962C8B-B14F-4D97-AF65-F5344CB8AC3E}">
        <p14:creationId xmlns:p14="http://schemas.microsoft.com/office/powerpoint/2010/main" val="535600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80A9F-ADE9-D2E8-090B-8421FB84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714295"/>
            <a:ext cx="9601197" cy="535673"/>
          </a:xfrm>
        </p:spPr>
        <p:txBody>
          <a:bodyPr>
            <a:noAutofit/>
          </a:bodyPr>
          <a:lstStyle/>
          <a:p>
            <a:r>
              <a:rPr lang="en-IN" sz="8400" b="1"/>
              <a:t>Proposed Solution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EBF50B7-550E-03B0-B8C3-8CE0A13B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1249968"/>
            <a:ext cx="9601197" cy="1034379"/>
          </a:xfrm>
        </p:spPr>
        <p:txBody>
          <a:bodyPr>
            <a:noAutofit/>
          </a:bodyPr>
          <a:lstStyle/>
          <a:p>
            <a:r>
              <a:rPr lang="en-IN" sz="7200" i="1">
                <a:latin typeface="Algerian" panose="04020705040A02060702" pitchFamily="82" charset="77"/>
              </a:rPr>
              <a:t>EcoTrack 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3BF60-7A8C-64F1-ED70-E8DB221C25FE}"/>
              </a:ext>
            </a:extLst>
          </p:cNvPr>
          <p:cNvSpPr txBox="1"/>
          <p:nvPr/>
        </p:nvSpPr>
        <p:spPr>
          <a:xfrm>
            <a:off x="1295398" y="2690336"/>
            <a:ext cx="960119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200" b="1" i="1" dirty="0"/>
              <a:t>A user-friendly system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200" i="1" dirty="0"/>
              <a:t>Tracks daily lifestyle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200" i="1" dirty="0"/>
              <a:t>Calculates carbon footprint automatically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200" i="1" dirty="0"/>
              <a:t>Provides AI-based personalised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200" i="1" dirty="0"/>
              <a:t>Helps users reduce emissions step-by-step</a:t>
            </a:r>
          </a:p>
        </p:txBody>
      </p:sp>
    </p:spTree>
    <p:extLst>
      <p:ext uri="{BB962C8B-B14F-4D97-AF65-F5344CB8AC3E}">
        <p14:creationId xmlns:p14="http://schemas.microsoft.com/office/powerpoint/2010/main" val="704283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E25AF-51E3-B6C4-5176-180B4B1B5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9600" b="1" i="1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9F9A3-7015-4E6E-F75B-62F6A2834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3700" i="1">
                <a:solidFill>
                  <a:schemeClr val="bg1">
                    <a:lumMod val="10000"/>
                  </a:schemeClr>
                </a:solidFill>
              </a:rPr>
              <a:t>🌱 Carbon Footprint Calculator (daily input-based)</a:t>
            </a:r>
          </a:p>
          <a:p>
            <a:r>
              <a:rPr lang="en-IN" sz="3700" i="1">
                <a:solidFill>
                  <a:schemeClr val="bg1">
                    <a:lumMod val="10000"/>
                  </a:schemeClr>
                </a:solidFill>
              </a:rPr>
              <a:t>📊 Real-time Eco Score (0–100 rating)</a:t>
            </a:r>
          </a:p>
          <a:p>
            <a:r>
              <a:rPr lang="en-IN" sz="3700" i="1">
                <a:solidFill>
                  <a:schemeClr val="bg1">
                    <a:lumMod val="10000"/>
                  </a:schemeClr>
                </a:solidFill>
              </a:rPr>
              <a:t>🤖 AI-powered Suggestions for reduction</a:t>
            </a:r>
          </a:p>
          <a:p>
            <a:r>
              <a:rPr lang="en-IN" sz="3700" i="1">
                <a:solidFill>
                  <a:schemeClr val="bg1">
                    <a:lumMod val="10000"/>
                  </a:schemeClr>
                </a:solidFill>
              </a:rPr>
              <a:t>📈 Progress Tracking Dashboard</a:t>
            </a:r>
          </a:p>
          <a:p>
            <a:r>
              <a:rPr lang="en-IN" sz="3700" i="1">
                <a:solidFill>
                  <a:schemeClr val="bg1">
                    <a:lumMod val="10000"/>
                  </a:schemeClr>
                </a:solidFill>
              </a:rPr>
              <a:t>🏆 Habit-based Eco Challenges</a:t>
            </a:r>
          </a:p>
        </p:txBody>
      </p:sp>
    </p:spTree>
    <p:extLst>
      <p:ext uri="{BB962C8B-B14F-4D97-AF65-F5344CB8AC3E}">
        <p14:creationId xmlns:p14="http://schemas.microsoft.com/office/powerpoint/2010/main" val="1596773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5E40B-4D82-E653-8EEF-106AE89A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8500" b="1" i="1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54FB4-0540-F1F1-3ABC-6F7E74439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755" y="2556932"/>
            <a:ext cx="9316841" cy="3318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500" b="1" i="1" dirty="0"/>
              <a:t>User Input</a:t>
            </a:r>
            <a:br>
              <a:rPr lang="en-IN" sz="2500" b="1" i="1" dirty="0"/>
            </a:br>
            <a:r>
              <a:rPr lang="en-IN" sz="2500" b="1" i="1" dirty="0"/>
              <a:t>↓</a:t>
            </a:r>
            <a:br>
              <a:rPr lang="en-IN" sz="2500" b="1" i="1" dirty="0"/>
            </a:br>
            <a:r>
              <a:rPr lang="en-IN" sz="2500" b="1" i="1" dirty="0"/>
              <a:t>Activity Data (Travel, Electricity, Food)</a:t>
            </a:r>
            <a:br>
              <a:rPr lang="en-IN" sz="2500" b="1" i="1" dirty="0"/>
            </a:br>
            <a:r>
              <a:rPr lang="en-IN" sz="2500" b="1" i="1" dirty="0"/>
              <a:t>↓</a:t>
            </a:r>
            <a:br>
              <a:rPr lang="en-IN" sz="2500" b="1" i="1" dirty="0"/>
            </a:br>
            <a:r>
              <a:rPr lang="en-IN" sz="2500" b="1" i="1" dirty="0"/>
              <a:t>Carbon Calculation Engine</a:t>
            </a:r>
            <a:br>
              <a:rPr lang="en-IN" sz="2500" b="1" i="1" dirty="0"/>
            </a:br>
            <a:r>
              <a:rPr lang="en-IN" sz="2500" b="1" i="1" dirty="0"/>
              <a:t>↓</a:t>
            </a:r>
            <a:br>
              <a:rPr lang="en-IN" sz="2500" b="1" i="1" dirty="0"/>
            </a:br>
            <a:r>
              <a:rPr lang="en-IN" sz="2500" b="1" i="1" dirty="0"/>
              <a:t>AI Recommendation System</a:t>
            </a:r>
            <a:br>
              <a:rPr lang="en-IN" sz="2500" b="1" i="1" dirty="0"/>
            </a:br>
            <a:r>
              <a:rPr lang="en-IN" sz="2500" b="1" i="1" dirty="0"/>
              <a:t>↓</a:t>
            </a:r>
            <a:br>
              <a:rPr lang="en-IN" sz="2500" b="1" i="1" dirty="0"/>
            </a:br>
            <a:r>
              <a:rPr lang="en-IN" sz="2500" b="1" i="1" dirty="0"/>
              <a:t>Dashboard &amp; Progress Tracking</a:t>
            </a:r>
          </a:p>
        </p:txBody>
      </p:sp>
    </p:spTree>
    <p:extLst>
      <p:ext uri="{BB962C8B-B14F-4D97-AF65-F5344CB8AC3E}">
        <p14:creationId xmlns:p14="http://schemas.microsoft.com/office/powerpoint/2010/main" val="673354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680C8-8CEB-7EF6-5065-8A427CF30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9600" b="1" i="1"/>
              <a:t>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A76F2-A5C0-D448-D95F-574D2B2EF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285999"/>
            <a:ext cx="9601196" cy="3318936"/>
          </a:xfrm>
        </p:spPr>
        <p:txBody>
          <a:bodyPr>
            <a:noAutofit/>
          </a:bodyPr>
          <a:lstStyle/>
          <a:p>
            <a:r>
              <a:rPr lang="en-IN" sz="3800" i="1"/>
              <a:t>Increased awareness of personal carbon footprint</a:t>
            </a:r>
          </a:p>
          <a:p>
            <a:r>
              <a:rPr lang="en-IN" sz="3800" i="1"/>
              <a:t>Encourages sustainable daily habits</a:t>
            </a:r>
          </a:p>
          <a:p>
            <a:r>
              <a:rPr lang="en-IN" sz="3800" i="1"/>
              <a:t>Easy understanding through simple scoring system</a:t>
            </a:r>
          </a:p>
          <a:p>
            <a:r>
              <a:rPr lang="en-IN" sz="3800" i="1"/>
              <a:t>Promotes long-term behavioral change</a:t>
            </a:r>
          </a:p>
          <a:p>
            <a:r>
              <a:rPr lang="en-IN" sz="3800" i="1"/>
              <a:t>Gamified eco-friendly lifestyle adoption</a:t>
            </a:r>
          </a:p>
        </p:txBody>
      </p:sp>
    </p:spTree>
    <p:extLst>
      <p:ext uri="{BB962C8B-B14F-4D97-AF65-F5344CB8AC3E}">
        <p14:creationId xmlns:p14="http://schemas.microsoft.com/office/powerpoint/2010/main" val="1190354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4906E-54FD-4BE9-E683-0C7E03A0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10100" b="1" i="1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89A3-15D2-70A5-059E-A8494E9B5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669" y="2285999"/>
            <a:ext cx="9601196" cy="3318936"/>
          </a:xfrm>
        </p:spPr>
        <p:txBody>
          <a:bodyPr>
            <a:noAutofit/>
          </a:bodyPr>
          <a:lstStyle/>
          <a:p>
            <a:r>
              <a:rPr lang="en-IN" sz="4000" i="1"/>
              <a:t>Smart bill scanning for automatic calculations</a:t>
            </a:r>
          </a:p>
          <a:p>
            <a:r>
              <a:rPr lang="en-IN" sz="4000" i="1"/>
              <a:t>Food image-based carbon estimation</a:t>
            </a:r>
          </a:p>
          <a:p>
            <a:r>
              <a:rPr lang="en-IN" sz="4000" i="1"/>
              <a:t>Community leaderboard for eco challenges</a:t>
            </a:r>
          </a:p>
          <a:p>
            <a:r>
              <a:rPr lang="en-IN" sz="4000" i="1"/>
              <a:t>Integration with smart devices and wearables</a:t>
            </a:r>
          </a:p>
          <a:p>
            <a:r>
              <a:rPr lang="en-IN" sz="4000" i="1"/>
              <a:t>AI chatbot for sustainability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1121021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2B376-C6E9-7CA5-1CD0-697EE2692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5" y="1913467"/>
            <a:ext cx="6815669" cy="1515533"/>
          </a:xfrm>
        </p:spPr>
        <p:txBody>
          <a:bodyPr/>
          <a:lstStyle/>
          <a:p>
            <a:r>
              <a:rPr lang="en-IN" sz="9700" i="1" dirty="0">
                <a:latin typeface="Algerian" panose="04020705040A02060702" pitchFamily="82" charset="77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2594A-C781-026A-942A-4E61BF8A4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8164" y="3793688"/>
            <a:ext cx="6815669" cy="1515532"/>
          </a:xfrm>
        </p:spPr>
        <p:txBody>
          <a:bodyPr>
            <a:noAutofit/>
          </a:bodyPr>
          <a:lstStyle/>
          <a:p>
            <a:r>
              <a:rPr lang="en-IN" sz="4100" b="1" i="1" dirty="0"/>
              <a:t>“Small actions today, sustainable future tomorrow.”</a:t>
            </a:r>
          </a:p>
        </p:txBody>
      </p:sp>
    </p:spTree>
    <p:extLst>
      <p:ext uri="{BB962C8B-B14F-4D97-AF65-F5344CB8AC3E}">
        <p14:creationId xmlns:p14="http://schemas.microsoft.com/office/powerpoint/2010/main" val="32034435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Organic</vt:lpstr>
      <vt:lpstr>EcoTrack AI</vt:lpstr>
      <vt:lpstr>Smart Carbon Footprint Tracker </vt:lpstr>
      <vt:lpstr>Problem Statement </vt:lpstr>
      <vt:lpstr>Why It Matters</vt:lpstr>
      <vt:lpstr>Proposed Solution</vt:lpstr>
      <vt:lpstr>Key Features</vt:lpstr>
      <vt:lpstr>System Architecture</vt:lpstr>
      <vt:lpstr>Expected Impact</vt:lpstr>
      <vt:lpstr>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EcoTrack AI</dc:title>
  <dc:creator>Srushti Manjunath</dc:creator>
  <cp:lastModifiedBy>Srushti Manjunath</cp:lastModifiedBy>
  <cp:revision>2</cp:revision>
  <dcterms:created xsi:type="dcterms:W3CDTF">2026-06-20T06:44:57Z</dcterms:created>
  <dcterms:modified xsi:type="dcterms:W3CDTF">2026-06-20T08:15:41Z</dcterms:modified>
</cp:coreProperties>
</file>